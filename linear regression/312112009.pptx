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3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>
      <p:cViewPr varScale="1">
        <p:scale>
          <a:sx n="119" d="100"/>
          <a:sy n="119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B42A2C-1026-47FA-062E-7A7A2FC9D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BBEF91-39C0-EF22-F18E-2E518A34E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52B5EB-56C8-7E82-D7B5-CAE5EE24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0DA42B-EB3C-19EA-670F-84EB4BB0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04D434-1526-1DCA-1E8C-A6C8D4AA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126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CBB5D7-5273-A590-3666-4451021D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298912-B171-8507-AD3E-1DCF53CA7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3F608F-23AE-8256-E8B0-35E4C621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A73384-673C-BEC0-7F0E-971C76B8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64A510-F791-6864-556C-261FDE7FD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89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1946B4-7496-E66E-AD5B-B1D6E95C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31EE2D-C132-6E96-B8FB-7034E37E7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320125-C615-B86A-F8EF-1AB6198B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5717D7-31B6-0AA5-C2A4-8146A5C3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FCD8BC-DBE0-4972-36E6-3C936630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611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C80EE-4C40-DDF8-9D67-02FFAC38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2684D7-52EB-5B38-E699-339181EC7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3F179D-A7E3-A47F-4D91-9B0CB6397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AB664F-3043-0381-1DA9-ADCC28C3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37C4B4-12BD-B5B3-C3FE-79892EAF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9BC64D-61A5-98F4-75D8-5DC8B1C30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552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372E7-0E71-7FE0-A4A0-8BC4D75F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EA27B2-003B-2BA0-DC6E-AD13B315E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841878-1849-95DE-07DC-CF71FD973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0F5032-EC8B-B5C7-3E9C-BEAF915E6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70CD69-3D99-5553-B5C3-3B00F20BF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46AD150-5047-49DE-60C3-17B9180C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4882077-9F10-9458-A258-4AE0EB8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6027A2-EB27-838F-109C-127F9C8E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24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106C4-EEB9-CB34-C245-56C2A5B8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3551F1D-5C8D-0483-FBFE-71D6B2E1B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7DAC971-9F90-CE0D-0591-0E779CCC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55C6F8-4E39-3314-CDA1-1D32331E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592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11949D8-5093-AF15-BD9D-06FDB711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BADDA5-26FB-09C2-887A-966A9E42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1FE5B1-EE94-5A97-C7B8-06634443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712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BB522-4B72-B130-BF70-72750F9B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F95D0B-0C38-12B2-4E98-0813FB871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B1C9B2-E5C9-09DB-E316-746C010C2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9706B-3509-B9D0-8921-741F5EC9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DC6B757-6C20-1945-30F8-A3394C39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159F7E-DB83-ADBE-7060-F5752023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430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9B535-15BF-06C4-FCDF-7A346AF9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7372565-1F64-1703-3653-A72A8874C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60C204-D86B-F4BB-F7EF-2192081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FE1A74-72F1-0782-1489-23E639F2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99BCB7-0950-AF3C-4781-38EF029B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A0E99B-87AA-B26D-990F-AEE92D35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095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57B05-BB42-97C0-006F-B5C836A5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6E9162-E1F0-1F15-9E28-A803AC7F9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AAD689-05A0-9C04-5C5D-5432E4D3C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18BFEC-47CC-A8A8-A3E5-A80D9E13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04D5A9-D3E4-0F76-9C01-3DCDF816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97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DF25084-F379-4DC6-246D-245B2205F0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0E9B1C9-9AE7-BA79-5ADB-FCB54C6B4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C02EBB-E04E-590F-236B-E6671471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3A9160-D1DF-8555-8E9E-78EEE161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910FE8-BD18-DA38-2FE7-D5D0B61F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6370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201F97E-ECA0-5760-2614-36F08564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B95C5A-D89E-6EA6-C39D-25F6887CE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BA722F-E942-CBFC-626D-9AA8C243A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64F0A-2066-4946-B938-EBA156C27346}" type="datetimeFigureOut">
              <a:rPr kumimoji="1" lang="zh-TW" altLang="en-US" smtClean="0"/>
              <a:t>2024/4/28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85527E-1DF5-CCC8-1821-39D9277CF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B15055-BB8D-F434-5487-7CE0E63F0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A6B74-660E-6841-9139-7FA338186E4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407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EA314F-4840-59E6-751F-2E93221C1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" altLang="zh-TW" b="1" i="0" dirty="0">
                <a:solidFill>
                  <a:srgbClr val="1D2125"/>
                </a:solidFill>
                <a:effectLst/>
                <a:latin typeface="-apple-system"/>
              </a:rPr>
              <a:t>Implementation and analysis of shallow machine learning techniques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43B851-8800-FECF-824D-BFFE08FCEF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阮亮學</a:t>
            </a:r>
          </a:p>
        </p:txBody>
      </p:sp>
    </p:spTree>
    <p:extLst>
      <p:ext uri="{BB962C8B-B14F-4D97-AF65-F5344CB8AC3E}">
        <p14:creationId xmlns:p14="http://schemas.microsoft.com/office/powerpoint/2010/main" val="96516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F6EE73-4DF4-FE44-3D07-6F310E09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Input Data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067CF6D-E796-223F-D9E5-CAE21FF9B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6562"/>
            <a:ext cx="10515600" cy="3969464"/>
          </a:xfrm>
        </p:spPr>
      </p:pic>
    </p:spTree>
    <p:extLst>
      <p:ext uri="{BB962C8B-B14F-4D97-AF65-F5344CB8AC3E}">
        <p14:creationId xmlns:p14="http://schemas.microsoft.com/office/powerpoint/2010/main" val="302990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C1C607-5F13-76B3-997A-D14C2FC8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Check for NA values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242FBEE-E713-7512-393D-C4901795A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6477" y="1825625"/>
            <a:ext cx="9739046" cy="4351338"/>
          </a:xfrm>
        </p:spPr>
      </p:pic>
    </p:spTree>
    <p:extLst>
      <p:ext uri="{BB962C8B-B14F-4D97-AF65-F5344CB8AC3E}">
        <p14:creationId xmlns:p14="http://schemas.microsoft.com/office/powerpoint/2010/main" val="374291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78E5CE-D9FE-6FD5-313D-38923A96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Data standardized processing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9B50677-A7D7-9E8F-B7A1-5DB3CAB37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9743"/>
            <a:ext cx="10515600" cy="4223101"/>
          </a:xfrm>
        </p:spPr>
      </p:pic>
    </p:spTree>
    <p:extLst>
      <p:ext uri="{BB962C8B-B14F-4D97-AF65-F5344CB8AC3E}">
        <p14:creationId xmlns:p14="http://schemas.microsoft.com/office/powerpoint/2010/main" val="2662717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7AAE4-3D02-25C3-3284-D9BA3BAD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764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kumimoji="1" lang="en" altLang="zh-TW" sz="3600" dirty="0"/>
              <a:t>Implement the linear regression algorithm to construct a model attempting to predict the expression of TP53 (gene ID: ENSG00000141510)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1209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D5134-11C2-7CD5-495C-DE5E695B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Separate TP53 and feature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F80D66-B5E2-F0E1-9180-83036F548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3480"/>
            <a:ext cx="10515600" cy="3915627"/>
          </a:xfrm>
        </p:spPr>
      </p:pic>
    </p:spTree>
    <p:extLst>
      <p:ext uri="{BB962C8B-B14F-4D97-AF65-F5344CB8AC3E}">
        <p14:creationId xmlns:p14="http://schemas.microsoft.com/office/powerpoint/2010/main" val="76936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D38DB-0AB8-D152-319E-B7419AF1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Linear </a:t>
            </a:r>
            <a:r>
              <a:rPr kumimoji="1" lang="en" altLang="zh-TW" dirty="0" err="1"/>
              <a:t>regration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8FC0FC1-839E-1336-4097-096AE3A6E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1433"/>
            <a:ext cx="10515600" cy="2779722"/>
          </a:xfrm>
        </p:spPr>
      </p:pic>
    </p:spTree>
    <p:extLst>
      <p:ext uri="{BB962C8B-B14F-4D97-AF65-F5344CB8AC3E}">
        <p14:creationId xmlns:p14="http://schemas.microsoft.com/office/powerpoint/2010/main" val="215349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526D1-5B7E-E1B0-86B5-342AFE86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Plot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D49A047-7A5B-929A-F6C2-83A774765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8259"/>
            <a:ext cx="10515600" cy="174878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73B3EE-9BB1-1B16-D3A0-6FE81E58F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25" y="2989532"/>
            <a:ext cx="6178475" cy="38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78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7AAE4-3D02-25C3-3284-D9BA3BAD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764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kumimoji="1" lang="en" altLang="zh-TW" sz="3600" dirty="0"/>
              <a:t>Implement the logistic regression and SVM algorithm to construct two models attempting to predict the tissue type of samples: tumor or normal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0864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1E7FC5-3172-EBB1-7997-34A5C6617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Separate Tumor and Normal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4FFBC02-B5E4-F526-8745-8E8FBFD4D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5524"/>
            <a:ext cx="10515600" cy="3891539"/>
          </a:xfrm>
        </p:spPr>
      </p:pic>
    </p:spTree>
    <p:extLst>
      <p:ext uri="{BB962C8B-B14F-4D97-AF65-F5344CB8AC3E}">
        <p14:creationId xmlns:p14="http://schemas.microsoft.com/office/powerpoint/2010/main" val="3648859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9072C5-24C5-ED10-C881-66FCF71E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Change it into binary (0 or 1) feature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F70EEE-F667-C00C-85E3-023D52801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599" cy="4351338"/>
          </a:xfrm>
        </p:spPr>
      </p:pic>
    </p:spTree>
    <p:extLst>
      <p:ext uri="{BB962C8B-B14F-4D97-AF65-F5344CB8AC3E}">
        <p14:creationId xmlns:p14="http://schemas.microsoft.com/office/powerpoint/2010/main" val="275704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71731-DACB-44FE-D841-D70D0E4C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PCA/</a:t>
            </a:r>
            <a:r>
              <a:rPr kumimoji="1" lang="en-US" altLang="zh-TW" dirty="0" err="1"/>
              <a:t>tSNE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8F9885C-3AC1-7C33-57E4-6B08471AC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311166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2451CD-1C7F-CB7D-9A79-3F30306FA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706" y="4356847"/>
            <a:ext cx="6645293" cy="250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0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6E8CD-49CB-97D2-998D-726DFDC5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Logistic Regression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85BC3AE-B2DD-1715-92B8-C9BE0BC03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02676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D3EA612-15B6-05BC-3EE8-BE8D53960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254" y="2182721"/>
            <a:ext cx="5855746" cy="452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63709-E680-B53B-33D1-8AC345B5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SVM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84F826D-0ACE-D67B-CDB2-167BA996D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74245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3440BCF-6259-0781-3C27-F3C3A2CE4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552" y="1813342"/>
            <a:ext cx="6490447" cy="50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83B4E-D0E6-56F0-7EF7-67DEF775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EB7B62-DDEA-6C0F-7E2B-6606E8B8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985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93</Words>
  <Application>Microsoft Macintosh PowerPoint</Application>
  <PresentationFormat>寬螢幕</PresentationFormat>
  <Paragraphs>16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-apple-system</vt:lpstr>
      <vt:lpstr>Microsoft JhengHei</vt:lpstr>
      <vt:lpstr>Arial</vt:lpstr>
      <vt:lpstr>Calibri</vt:lpstr>
      <vt:lpstr>Calibri Light</vt:lpstr>
      <vt:lpstr>Office 佈景主題</vt:lpstr>
      <vt:lpstr>Implementation and analysis of shallow machine learning techniques</vt:lpstr>
      <vt:lpstr>Input Data</vt:lpstr>
      <vt:lpstr>Check for NA values</vt:lpstr>
      <vt:lpstr>Data standardized processing</vt:lpstr>
      <vt:lpstr>Implement the linear regression algorithm to construct a model attempting to predict the expression of TP53 (gene ID: ENSG00000141510)</vt:lpstr>
      <vt:lpstr>Separate TP53 and feature</vt:lpstr>
      <vt:lpstr>Linear regration</vt:lpstr>
      <vt:lpstr>Plot</vt:lpstr>
      <vt:lpstr>Implement the logistic regression and SVM algorithm to construct two models attempting to predict the tissue type of samples: tumor or normal</vt:lpstr>
      <vt:lpstr>Separate Tumor and Normal</vt:lpstr>
      <vt:lpstr>Change it into binary (0 or 1) feature</vt:lpstr>
      <vt:lpstr>PCA/tSNE</vt:lpstr>
      <vt:lpstr>Logistic Regression</vt:lpstr>
      <vt:lpstr>SVM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Microsoft Office User</cp:lastModifiedBy>
  <cp:revision>2</cp:revision>
  <dcterms:created xsi:type="dcterms:W3CDTF">2024-04-28T14:39:01Z</dcterms:created>
  <dcterms:modified xsi:type="dcterms:W3CDTF">2024-04-28T15:06:36Z</dcterms:modified>
</cp:coreProperties>
</file>